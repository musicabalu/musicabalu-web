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0287000"/>
  <p:notesSz cx="6858000" cy="9144000"/>
  <p:embeddedFontLst>
    <p:embeddedFont>
      <p:font typeface="Quicksand"/>
      <p:regular r:id="rId13"/>
      <p:bold r:id="rId14"/>
    </p:embeddedFont>
    <p:embeddedFont>
      <p:font typeface="Quicksand Medium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32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Quicksand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QuicksandMedium-regular.fntdata"/><Relationship Id="rId14" Type="http://schemas.openxmlformats.org/officeDocument/2006/relationships/font" Target="fonts/Quicksand-bold.fntdata"/><Relationship Id="rId16" Type="http://schemas.openxmlformats.org/officeDocument/2006/relationships/font" Target="fonts/Quicksand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91225845ff_0_35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91225845f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91225845ff_0_11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91225845f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80c7fe4e8d_0_0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80c7fe4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1225845ff_0_29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1225845f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91225845ff_0_23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91225845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1225845ff_0_17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1225845f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91225845ff_0_48:notes"/>
          <p:cNvSpPr/>
          <p:nvPr>
            <p:ph idx="2" type="sldImg"/>
          </p:nvPr>
        </p:nvSpPr>
        <p:spPr>
          <a:xfrm>
            <a:off x="1714800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91225845ff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1489150"/>
            <a:ext cx="9585600" cy="41052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2pPr>
            <a:lvl3pPr lvl="2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3pPr>
            <a:lvl4pPr lvl="3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4pPr>
            <a:lvl5pPr lvl="4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5pPr>
            <a:lvl6pPr lvl="5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6pPr>
            <a:lvl7pPr lvl="6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7pPr>
            <a:lvl8pPr lvl="7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8pPr>
            <a:lvl9pPr lvl="8" algn="ctr">
              <a:spcBef>
                <a:spcPts val="0"/>
              </a:spcBef>
              <a:spcAft>
                <a:spcPts val="0"/>
              </a:spcAft>
              <a:buSzPts val="7400"/>
              <a:buNone/>
              <a:defRPr sz="7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5668250"/>
            <a:ext cx="9585600" cy="1585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4301700"/>
            <a:ext cx="9585600" cy="16836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2pPr>
            <a:lvl3pPr lvl="2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3pPr>
            <a:lvl4pPr lvl="3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4pPr>
            <a:lvl5pPr lvl="4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5pPr>
            <a:lvl6pPr lvl="5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6pPr>
            <a:lvl7pPr lvl="6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7pPr>
            <a:lvl8pPr lvl="7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8pPr>
            <a:lvl9pPr lvl="8" algn="ctr">
              <a:spcBef>
                <a:spcPts val="0"/>
              </a:spcBef>
              <a:spcAft>
                <a:spcPts val="0"/>
              </a:spcAft>
              <a:buSzPts val="5100"/>
              <a:buNone/>
              <a:defRPr sz="51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2304950"/>
            <a:ext cx="95856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55600" lvl="1" marL="914400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>
              <a:spcBef>
                <a:spcPts val="23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>
              <a:spcBef>
                <a:spcPts val="23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23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23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2300"/>
              </a:spcBef>
              <a:spcAft>
                <a:spcPts val="23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2304950"/>
            <a:ext cx="45000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6550" lvl="1" marL="9144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230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230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230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230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2300"/>
              </a:spcBef>
              <a:spcAft>
                <a:spcPts val="230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2304950"/>
            <a:ext cx="4500000" cy="6832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1pPr>
            <a:lvl2pPr indent="-336550" lvl="1" marL="9144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230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230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230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230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2300"/>
              </a:spcBef>
              <a:spcAft>
                <a:spcPts val="230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111200"/>
            <a:ext cx="3159000" cy="15114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2779200"/>
            <a:ext cx="3159000" cy="63588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indent="-336550" lvl="0" marL="457200"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>
              <a:spcBef>
                <a:spcPts val="230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>
              <a:spcBef>
                <a:spcPts val="230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>
              <a:spcBef>
                <a:spcPts val="230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>
              <a:spcBef>
                <a:spcPts val="230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>
              <a:spcBef>
                <a:spcPts val="230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>
              <a:spcBef>
                <a:spcPts val="2300"/>
              </a:spcBef>
              <a:spcAft>
                <a:spcPts val="230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900300"/>
            <a:ext cx="7163700" cy="81816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250"/>
            <a:ext cx="51435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9525" lIns="129525" spcFirstLastPara="1" rIns="129525" wrap="square" tIns="129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2466350"/>
            <a:ext cx="4551000" cy="29646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1pPr>
            <a:lvl2pPr lvl="1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2pPr>
            <a:lvl3pPr lvl="2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3pPr>
            <a:lvl4pPr lvl="3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4pPr>
            <a:lvl5pPr lvl="4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5pPr>
            <a:lvl6pPr lvl="5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6pPr>
            <a:lvl7pPr lvl="6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7pPr>
            <a:lvl8pPr lvl="7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8pPr>
            <a:lvl9pPr lvl="8" algn="ctr">
              <a:spcBef>
                <a:spcPts val="0"/>
              </a:spcBef>
              <a:spcAft>
                <a:spcPts val="0"/>
              </a:spcAft>
              <a:buSzPts val="5900"/>
              <a:buNone/>
              <a:defRPr sz="59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5606150"/>
            <a:ext cx="4551000" cy="24702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1448150"/>
            <a:ext cx="4316700" cy="7390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indent="-387350" lvl="0" marL="457200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55600" lvl="1" marL="914400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>
              <a:spcBef>
                <a:spcPts val="23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>
              <a:spcBef>
                <a:spcPts val="23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>
              <a:spcBef>
                <a:spcPts val="23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>
              <a:spcBef>
                <a:spcPts val="23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>
              <a:spcBef>
                <a:spcPts val="2300"/>
              </a:spcBef>
              <a:spcAft>
                <a:spcPts val="23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8461150"/>
            <a:ext cx="6748800" cy="1210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2212250"/>
            <a:ext cx="9585600" cy="3927000"/>
          </a:xfrm>
          <a:prstGeom prst="rect">
            <a:avLst/>
          </a:prstGeom>
        </p:spPr>
        <p:txBody>
          <a:bodyPr anchorCtr="0" anchor="b" bIns="129525" lIns="129525" spcFirstLastPara="1" rIns="129525" wrap="square" tIns="1295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7000"/>
              <a:buNone/>
              <a:defRPr sz="17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6304450"/>
            <a:ext cx="9585600" cy="2601600"/>
          </a:xfrm>
          <a:prstGeom prst="rect">
            <a:avLst/>
          </a:prstGeom>
        </p:spPr>
        <p:txBody>
          <a:bodyPr anchorCtr="0" anchor="t" bIns="129525" lIns="129525" spcFirstLastPara="1" rIns="129525" wrap="square" tIns="129525">
            <a:noAutofit/>
          </a:bodyPr>
          <a:lstStyle>
            <a:lvl1pPr indent="-387350" lvl="0" marL="457200" algn="ctr">
              <a:spcBef>
                <a:spcPts val="0"/>
              </a:spcBef>
              <a:spcAft>
                <a:spcPts val="0"/>
              </a:spcAft>
              <a:buSzPts val="2500"/>
              <a:buChar char="●"/>
              <a:defRPr/>
            </a:lvl1pPr>
            <a:lvl2pPr indent="-355600" lvl="1" marL="914400" algn="ctr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2pPr>
            <a:lvl3pPr indent="-355600" lvl="2" marL="1371600" algn="ctr">
              <a:spcBef>
                <a:spcPts val="2300"/>
              </a:spcBef>
              <a:spcAft>
                <a:spcPts val="0"/>
              </a:spcAft>
              <a:buSzPts val="2000"/>
              <a:buChar char="■"/>
              <a:defRPr/>
            </a:lvl3pPr>
            <a:lvl4pPr indent="-355600" lvl="3" marL="1828800" algn="ctr">
              <a:spcBef>
                <a:spcPts val="2300"/>
              </a:spcBef>
              <a:spcAft>
                <a:spcPts val="0"/>
              </a:spcAft>
              <a:buSzPts val="2000"/>
              <a:buChar char="●"/>
              <a:defRPr/>
            </a:lvl4pPr>
            <a:lvl5pPr indent="-355600" lvl="4" marL="2286000" algn="ctr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5pPr>
            <a:lvl6pPr indent="-355600" lvl="5" marL="2743200" algn="ctr">
              <a:spcBef>
                <a:spcPts val="2300"/>
              </a:spcBef>
              <a:spcAft>
                <a:spcPts val="0"/>
              </a:spcAft>
              <a:buSzPts val="2000"/>
              <a:buChar char="■"/>
              <a:defRPr/>
            </a:lvl6pPr>
            <a:lvl7pPr indent="-355600" lvl="6" marL="3200400" algn="ctr">
              <a:spcBef>
                <a:spcPts val="2300"/>
              </a:spcBef>
              <a:spcAft>
                <a:spcPts val="0"/>
              </a:spcAft>
              <a:buSzPts val="2000"/>
              <a:buChar char="●"/>
              <a:defRPr/>
            </a:lvl7pPr>
            <a:lvl8pPr indent="-355600" lvl="7" marL="3657600" algn="ctr">
              <a:spcBef>
                <a:spcPts val="2300"/>
              </a:spcBef>
              <a:spcAft>
                <a:spcPts val="0"/>
              </a:spcAft>
              <a:buSzPts val="2000"/>
              <a:buChar char="○"/>
              <a:defRPr/>
            </a:lvl8pPr>
            <a:lvl9pPr indent="-355600" lvl="8" marL="4114800" algn="ctr">
              <a:spcBef>
                <a:spcPts val="2300"/>
              </a:spcBef>
              <a:spcAft>
                <a:spcPts val="2300"/>
              </a:spcAft>
              <a:buSzPts val="2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890050"/>
            <a:ext cx="95856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25" lIns="129525" spcFirstLastPara="1" rIns="129525" wrap="square" tIns="1295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2304950"/>
            <a:ext cx="95856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525" lIns="129525" spcFirstLastPara="1" rIns="129525" wrap="square" tIns="129525">
            <a:noAutofit/>
          </a:bodyPr>
          <a:lstStyle>
            <a:lvl1pPr indent="-3873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Char char="●"/>
              <a:defRPr sz="2500">
                <a:solidFill>
                  <a:schemeClr val="dk2"/>
                </a:solidFill>
              </a:defRPr>
            </a:lvl1pPr>
            <a:lvl2pPr indent="-355600" lvl="1" marL="9144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2pPr>
            <a:lvl3pPr indent="-355600" lvl="2" marL="13716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3pPr>
            <a:lvl4pPr indent="-355600" lvl="3" marL="18288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4pPr>
            <a:lvl5pPr indent="-355600" lvl="4" marL="22860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5pPr>
            <a:lvl6pPr indent="-355600" lvl="5" marL="27432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6pPr>
            <a:lvl7pPr indent="-355600" lvl="6" marL="32004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  <a:defRPr sz="2000">
                <a:solidFill>
                  <a:schemeClr val="dk2"/>
                </a:solidFill>
              </a:defRPr>
            </a:lvl7pPr>
            <a:lvl8pPr indent="-355600" lvl="7" marL="3657600">
              <a:lnSpc>
                <a:spcPct val="115000"/>
              </a:lnSpc>
              <a:spcBef>
                <a:spcPts val="2300"/>
              </a:spcBef>
              <a:spcAft>
                <a:spcPts val="0"/>
              </a:spcAft>
              <a:buClr>
                <a:schemeClr val="dk2"/>
              </a:buClr>
              <a:buSzPts val="2000"/>
              <a:buChar char="○"/>
              <a:defRPr sz="2000">
                <a:solidFill>
                  <a:schemeClr val="dk2"/>
                </a:solidFill>
              </a:defRPr>
            </a:lvl8pPr>
            <a:lvl9pPr indent="-355600" lvl="8" marL="4114800">
              <a:lnSpc>
                <a:spcPct val="115000"/>
              </a:lnSpc>
              <a:spcBef>
                <a:spcPts val="2300"/>
              </a:spcBef>
              <a:spcAft>
                <a:spcPts val="2300"/>
              </a:spcAft>
              <a:buClr>
                <a:schemeClr val="dk2"/>
              </a:buClr>
              <a:buSzPts val="2000"/>
              <a:buChar char="■"/>
              <a:defRPr sz="2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9326434"/>
            <a:ext cx="61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9525" lIns="129525" spcFirstLastPara="1" rIns="129525" wrap="square" tIns="129525">
            <a:noAutofit/>
          </a:bodyPr>
          <a:lstStyle>
            <a:lvl1pPr lvl="0" algn="r">
              <a:buNone/>
              <a:defRPr sz="1400">
                <a:solidFill>
                  <a:schemeClr val="dk2"/>
                </a:solidFill>
              </a:defRPr>
            </a:lvl1pPr>
            <a:lvl2pPr lvl="1" algn="r">
              <a:buNone/>
              <a:defRPr sz="1400">
                <a:solidFill>
                  <a:schemeClr val="dk2"/>
                </a:solidFill>
              </a:defRPr>
            </a:lvl2pPr>
            <a:lvl3pPr lvl="2" algn="r">
              <a:buNone/>
              <a:defRPr sz="1400">
                <a:solidFill>
                  <a:schemeClr val="dk2"/>
                </a:solidFill>
              </a:defRPr>
            </a:lvl3pPr>
            <a:lvl4pPr lvl="3" algn="r">
              <a:buNone/>
              <a:defRPr sz="1400">
                <a:solidFill>
                  <a:schemeClr val="dk2"/>
                </a:solidFill>
              </a:defRPr>
            </a:lvl4pPr>
            <a:lvl5pPr lvl="4" algn="r">
              <a:buNone/>
              <a:defRPr sz="1400">
                <a:solidFill>
                  <a:schemeClr val="dk2"/>
                </a:solidFill>
              </a:defRPr>
            </a:lvl5pPr>
            <a:lvl6pPr lvl="5" algn="r">
              <a:buNone/>
              <a:defRPr sz="1400">
                <a:solidFill>
                  <a:schemeClr val="dk2"/>
                </a:solidFill>
              </a:defRPr>
            </a:lvl6pPr>
            <a:lvl7pPr lvl="6" algn="r">
              <a:buNone/>
              <a:defRPr sz="1400">
                <a:solidFill>
                  <a:schemeClr val="dk2"/>
                </a:solidFill>
              </a:defRPr>
            </a:lvl7pPr>
            <a:lvl8pPr lvl="7" algn="r">
              <a:buNone/>
              <a:defRPr sz="1400">
                <a:solidFill>
                  <a:schemeClr val="dk2"/>
                </a:solidFill>
              </a:defRPr>
            </a:lvl8pPr>
            <a:lvl9pPr lvl="8" algn="r">
              <a:buNone/>
              <a:defRPr sz="1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solidFill>
            <a:srgbClr val="F4CCCC"/>
          </a:solidFill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4436C"/>
                </a:solidFill>
                <a:latin typeface="Quicksand"/>
                <a:ea typeface="Quicksand"/>
                <a:cs typeface="Quicksand"/>
                <a:sym typeface="Quicksand"/>
              </a:rPr>
              <a:t>Pañuelos de nylon</a:t>
            </a:r>
            <a:r>
              <a:rPr lang="en" sz="5000">
                <a:solidFill>
                  <a:srgbClr val="F4436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Ayudan a realizar un movimiento fluido en brazos, marcando la pulsación, jugando a tantos juegos como la imaginación pueda crear (al cucú-tas, a limpiar, a ser superhéroes con capa, etc.).</a:t>
            </a:r>
            <a:endParaRPr sz="50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4436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solidFill>
            <a:srgbClr val="D9D2E9"/>
          </a:solidFill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4436C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4436C"/>
                </a:solidFill>
                <a:latin typeface="Quicksand"/>
                <a:ea typeface="Quicksand"/>
                <a:cs typeface="Quicksand"/>
                <a:sym typeface="Quicksand"/>
              </a:rPr>
              <a:t>Marionetas de mano o de dedo</a:t>
            </a:r>
            <a:r>
              <a:rPr lang="en" sz="5000">
                <a:solidFill>
                  <a:srgbClr val="F4436C"/>
                </a:solidFill>
                <a:latin typeface="Quicksand"/>
                <a:ea typeface="Quicksand"/>
                <a:cs typeface="Quicksand"/>
                <a:sym typeface="Quicksand"/>
              </a:rPr>
              <a:t>: son geniales para interaccionar con bebés y nos ayudan mucho a comunicarnos con los peques, sobre todo cuando jugamos a ser diferentes personajes con diferentes voces.</a:t>
            </a:r>
            <a:endParaRPr sz="5000">
              <a:solidFill>
                <a:srgbClr val="F4436C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100">
              <a:solidFill>
                <a:srgbClr val="FFFFFF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3C404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4436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rgbClr val="AADB1E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solidFill>
            <a:srgbClr val="CFE2F3"/>
          </a:solidFill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900">
              <a:solidFill>
                <a:srgbClr val="1C458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rgbClr val="1C4587"/>
                </a:solidFill>
                <a:latin typeface="Quicksand"/>
                <a:ea typeface="Quicksand"/>
                <a:cs typeface="Quicksand"/>
                <a:sym typeface="Quicksand"/>
              </a:rPr>
              <a:t>Pelotas blandas</a:t>
            </a:r>
            <a:r>
              <a:rPr lang="en" sz="4900">
                <a:solidFill>
                  <a:srgbClr val="1C458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es recomendable que sean pequeñitas o al menos, que los bebés puedan cogerlas con cierta facilidad. Nos ayudan en múltiples juegos y a partir de los tres años es un material perfecto para trabajar la coordinación.</a:t>
            </a:r>
            <a:endParaRPr sz="4900">
              <a:solidFill>
                <a:srgbClr val="1C458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FFF0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1C458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1C458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rgbClr val="E1FF2B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6D7A8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solidFill>
            <a:srgbClr val="B6D7A8"/>
          </a:solidFill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800">
              <a:solidFill>
                <a:srgbClr val="FFFFFF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4800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Saquitos de psicomotricidad</a:t>
            </a:r>
            <a:r>
              <a:rPr lang="en" sz="4800">
                <a:solidFill>
                  <a:srgbClr val="FFFFFF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al pesar un poquito y tener un leve sonido al manipularlo, son perfectos para trabajar la pulsación, el equilibrio y nos ayudan a tener mayor sensación corporal y de peso.</a:t>
            </a:r>
            <a:endParaRPr sz="4800">
              <a:solidFill>
                <a:srgbClr val="FFFFFF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FFFFF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4436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4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CB9C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solidFill>
            <a:srgbClr val="F9CB9C"/>
          </a:solidFill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600">
                <a:solidFill>
                  <a:srgbClr val="F4436C"/>
                </a:solidFill>
                <a:latin typeface="Quicksand"/>
                <a:ea typeface="Quicksand"/>
                <a:cs typeface="Quicksand"/>
                <a:sym typeface="Quicksand"/>
              </a:rPr>
              <a:t>Campanas musicales</a:t>
            </a:r>
            <a:r>
              <a:rPr lang="en" sz="4600">
                <a:solidFill>
                  <a:srgbClr val="F4436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normalmente, suenan al moverlas y también al pulsarlas. permiten realizar muchos juegos dentro del entorno tonal en el que estemos cantando.</a:t>
            </a:r>
            <a:endParaRPr sz="50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EA9999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4436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8396" y="8364046"/>
            <a:ext cx="625850" cy="62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2DDE9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noFill/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3C404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3C404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3C404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00B2E3"/>
                </a:solidFill>
                <a:latin typeface="Quicksand"/>
                <a:ea typeface="Quicksand"/>
                <a:cs typeface="Quicksand"/>
                <a:sym typeface="Quicksand"/>
              </a:rPr>
              <a:t>Huevos sonoros o shakers</a:t>
            </a:r>
            <a:r>
              <a:rPr lang="en" sz="4800">
                <a:solidFill>
                  <a:srgbClr val="00B2E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Ideales para marcar el pulso de cada canción y también permiten muchos juegos imaginativos cuando, por ejemplo, se convierten en nuestros cochecitos o en aviones que vuelan de una cabeza a otra.</a:t>
            </a:r>
            <a:endParaRPr sz="4800">
              <a:solidFill>
                <a:srgbClr val="00B2E3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3C404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3C404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00B2E3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00B2E3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436C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ctrTitle"/>
          </p:nvPr>
        </p:nvSpPr>
        <p:spPr>
          <a:xfrm>
            <a:off x="0" y="0"/>
            <a:ext cx="10287000" cy="7699200"/>
          </a:xfrm>
          <a:prstGeom prst="rect">
            <a:avLst/>
          </a:prstGeom>
          <a:noFill/>
        </p:spPr>
        <p:txBody>
          <a:bodyPr anchorCtr="0" anchor="ctr" bIns="0" lIns="914400" spcFirstLastPara="1" rIns="91440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CE5CD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5000">
                <a:solidFill>
                  <a:srgbClr val="FFF2CC"/>
                </a:solidFill>
                <a:latin typeface="Quicksand"/>
                <a:ea typeface="Quicksand"/>
                <a:cs typeface="Quicksand"/>
                <a:sym typeface="Quicksand"/>
              </a:rPr>
              <a:t>Panderos o panderetas</a:t>
            </a:r>
            <a:r>
              <a:rPr lang="en" sz="5000">
                <a:solidFill>
                  <a:srgbClr val="FFF2C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: perfectos para marcar pulsaciones, pero también sirven como volantes, como platos o como cualquier elemento que nos ayude en nuestros juegos simbólicos.</a:t>
            </a:r>
            <a:endParaRPr sz="5000">
              <a:solidFill>
                <a:srgbClr val="FFF2C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000000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0">
              <a:solidFill>
                <a:srgbClr val="F4436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98" name="Google Shape;98;p19"/>
          <p:cNvSpPr txBox="1"/>
          <p:nvPr>
            <p:ph type="ctrTitle"/>
          </p:nvPr>
        </p:nvSpPr>
        <p:spPr>
          <a:xfrm>
            <a:off x="0" y="8683725"/>
            <a:ext cx="7699500" cy="1603200"/>
          </a:xfrm>
          <a:prstGeom prst="rect">
            <a:avLst/>
          </a:prstGeom>
          <a:noFill/>
        </p:spPr>
        <p:txBody>
          <a:bodyPr anchorCtr="0" anchor="t" bIns="0" lIns="9144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400">
                <a:solidFill>
                  <a:srgbClr val="FFF2CC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musicabalu.com</a:t>
            </a:r>
            <a:endParaRPr sz="6400">
              <a:solidFill>
                <a:srgbClr val="FFF2CC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pic>
        <p:nvPicPr>
          <p:cNvPr id="99" name="Google Shape;9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500" y="7699175"/>
            <a:ext cx="2587500" cy="25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